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7776000" cy="10908000"/>
  <p:notesSz cx="10908000" cy="77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2026-08-01T21:29:51Z</dcterms:created>
  <dcterms:modified xsi:type="dcterms:W3CDTF">2026-08-01T21:29:51Z</dcterms:modified>
</cp:coreProperties>
</file>